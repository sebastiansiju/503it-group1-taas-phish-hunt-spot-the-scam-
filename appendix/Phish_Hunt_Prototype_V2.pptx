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B2545"/>
                </a:solidFill>
                <a:latin typeface="Arial"/>
              </a:rPr>
              <a:t>Contrast ratios (WCAG AA needs 4.5)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Contrast ratio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Scenario text</c:v>
                  </c:pt>
                  <c:pt idx="1">
                    <c:v>Lesson box</c:v>
                  </c:pt>
                  <c:pt idx="2">
                    <c:v>Body text</c:v>
                  </c:pt>
                  <c:pt idx="3">
                    <c:v>Final score</c:v>
                  </c:pt>
                  <c:pt idx="4">
                    <c:v>Subtitle</c:v>
                  </c:pt>
                  <c:pt idx="5">
                    <c:v>Header text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9.86</c:v>
                </c:pt>
                <c:pt idx="1">
                  <c:v>7.28</c:v>
                </c:pt>
                <c:pt idx="2">
                  <c:v>7.56</c:v>
                </c:pt>
                <c:pt idx="3">
                  <c:v>8.59</c:v>
                </c:pt>
                <c:pt idx="4">
                  <c:v>7.56</c:v>
                </c:pt>
                <c:pt idx="5">
                  <c:v>5.17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5029200" cy="5029200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457200"/>
            <a:ext cx="2926080" cy="2926080"/>
          </a:xfrm>
          <a:prstGeom prst="ellipse">
            <a:avLst/>
          </a:prstGeom>
          <a:solidFill>
            <a:srgbClr val="67E8F9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CYBER-SAFETY GAME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Phish Hunt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7E8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Prototype V2 — Build Plan Update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73152" cy="640080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cyber-safety quiz game for ages 14–16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3611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Project — Web prototype (HTML / CSS / JS)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Phish Hunt?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4864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4023360" cy="3291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idea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read a message — email, text, QR code, game chat — and decide: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SAFE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SCAM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learn to spot the red flags that real scammers use.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023360" cy="32918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7E8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 a glance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🎯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4068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scenarios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4068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Challenge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⏱️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4068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seconds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4068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round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⭐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4068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1–3 stars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4068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score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🎖️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4068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badges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4068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earn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 Hunt — Prototype V2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improved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areas from our Prototype V2 build plan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9748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73152" cy="1508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📖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34440" y="16459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Welcome / Instructions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240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start screen with rules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69748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463040"/>
            <a:ext cx="73152" cy="1508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🎮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069080" y="16459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 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2240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20-scenario game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69748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463040"/>
            <a:ext cx="73152" cy="1508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✨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903720" y="16459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 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2240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standalone 3-question quiz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269748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108960"/>
            <a:ext cx="73152" cy="1508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234440" y="3291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Feedback System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3886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box teaches why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3108960"/>
            <a:ext cx="269748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108960"/>
            <a:ext cx="73152" cy="1508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352044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069080" y="3291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Reward / Score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20440" y="3886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Stars, badges, streaks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3108960"/>
            <a:ext cx="269748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3108960"/>
            <a:ext cx="73152" cy="1508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♿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903720" y="3291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Accessibility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55080" y="3886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AA + teen-friendly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 Hunt — Prototype V2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 2: New mini-quiz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4864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separate, shorter version of the game on its own GitHub repo.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look as Challenge 1, but quicker to play through.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files: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index.html, style.css, script.js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840480" cy="3291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new scenarios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40680" y="1874520"/>
            <a:ext cx="640080" cy="274320"/>
          </a:xfrm>
          <a:prstGeom prst="roundRect">
            <a:avLst>
              <a:gd name="adj" fmla="val 16667"/>
            </a:avLst>
          </a:prstGeom>
          <a:solidFill>
            <a:srgbClr val="F87171"/>
          </a:solidFill>
          <a:ln/>
        </p:spPr>
      </p:sp>
      <p:sp>
        <p:nvSpPr>
          <p:cNvPr id="10" name="Text 8"/>
          <p:cNvSpPr/>
          <p:nvPr/>
        </p:nvSpPr>
        <p:spPr>
          <a:xfrm>
            <a:off x="5440680" y="1874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72200" y="18470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on a parking sign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✉️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40680" y="2377440"/>
            <a:ext cx="640080" cy="274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5440680" y="2377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72200" y="2350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sign-in email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🎮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40680" y="2880360"/>
            <a:ext cx="640080" cy="274320"/>
          </a:xfrm>
          <a:prstGeom prst="roundRect">
            <a:avLst>
              <a:gd name="adj" fmla="val 16667"/>
            </a:avLst>
          </a:prstGeom>
          <a:solidFill>
            <a:srgbClr val="F87171"/>
          </a:solidFill>
          <a:ln/>
        </p:spPr>
      </p:sp>
      <p:sp>
        <p:nvSpPr>
          <p:cNvPr id="18" name="Text 16"/>
          <p:cNvSpPr/>
          <p:nvPr/>
        </p:nvSpPr>
        <p:spPr>
          <a:xfrm>
            <a:off x="5440680" y="2880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28529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V-Bucks/Robux generator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Topics chosen for ages 14–16: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794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codes, gaming accounts, real services teens use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 Hunt — Prototype V2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Feedback that teaches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'Correct' or 'Wrong' — every answer explains the lesson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3108960"/>
          </a:xfrm>
          <a:prstGeom prst="rect">
            <a:avLst/>
          </a:prstGeom>
          <a:solidFill>
            <a:srgbClr val="FEF2F2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"Correct!"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message is a SCAM.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Player knows the answer but not WHY it was wrong, or what to do next time.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310896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"Correct!" + Red Flags + Lesson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937760" y="2423160"/>
            <a:ext cx="3611880" cy="1280160"/>
          </a:xfrm>
          <a:prstGeom prst="rect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2514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35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Lesson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4920" y="27889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QR code stickers can be placed over real ones. Always type the parking website yourself or use the official app.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3840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Player learns the skill, not just the answer.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 Hunt — Prototype V2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Rewards that keep players going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48640" cy="45720"/>
          </a:xfrm>
          <a:prstGeom prst="rect">
            <a:avLst/>
          </a:prstGeom>
          <a:solidFill>
            <a:srgbClr val="67E8F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2011680" cy="1828800"/>
          </a:xfrm>
          <a:prstGeom prst="rect">
            <a:avLst/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⭐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DE6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 Rating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514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2, or 3 stars based on % correct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2011680" cy="1828800"/>
          </a:xfrm>
          <a:prstGeom prst="rect">
            <a:avLst/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463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🎖️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606040" y="2148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B5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Badges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2514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 → Spotter → Sleuth → Master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2011680" cy="1828800"/>
          </a:xfrm>
          <a:prstGeom prst="rect">
            <a:avLst/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463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🔥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754880" y="2148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A5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Streak Counter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2514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message after 2+ in a row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1280160"/>
            <a:ext cx="2011680" cy="1828800"/>
          </a:xfrm>
          <a:prstGeom prst="rect">
            <a:avLst/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1463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🟢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903720" y="2148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E7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 Dots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2514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round-by-round progress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7E8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3703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Teens are motivated by clear progress, visible rewards, and goals to chase. These features make the game feel like a real game — not a worksheet.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 Hunt — Prototype V2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Accessibility for ages 14–16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WCAG 2.1 AA standards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did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🔤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base font (17px) + 1.6 line height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Darkened 2 colours to pass WCAG AA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⌨️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yellow focus rings for keyboard users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🔊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labels so screen readers can play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🎬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Reduced-motion support (dizzy users)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868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 language — no jargon without explaining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754880" y="1371600"/>
          <a:ext cx="4206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36576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 Hunt — Prototype V2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tested 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4864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926080" y="1280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0" y="1280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554480"/>
            <a:ext cx="850392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00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600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Keyboard-only play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1600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Tabbed through every button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0" y="1600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buttons reachable, focus ring visible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148840"/>
            <a:ext cx="85039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1945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2194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readability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0" y="2194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 on 380px phone screen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0" y="2194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readable, buttons full-width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743200"/>
            <a:ext cx="850392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788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2788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contrast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26080" y="27889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every pair against WCAG formula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0" y="27889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 AA, most pass AAA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337560"/>
            <a:ext cx="85039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383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3383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motion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926080" y="33832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 on OS 'Reduce motion' setting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0" y="33832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disabled, game still playable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3931920"/>
            <a:ext cx="850392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977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7240" y="3977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check (14-16)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926080" y="3977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scenarios aloud, checked vocabulary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0" y="3977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words a teen wouldn't know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 Hunt — Prototype V2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Files &amp; where to find them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🐙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55448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Hosted on GitHub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7373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play in their browser via GitHub Pages — no install needed.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Inside the repo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22860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80360" y="30632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layout — menu, game, feedback, results screens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22860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429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style.css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80360" y="34290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and feel — colours, buttons, animations, accessibility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22860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794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script.js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80360" y="37947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logic — scenarios, scoring, badges, lesson box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22860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160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80360" y="41605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play and run the game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526280"/>
            <a:ext cx="22860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526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ACCESSIBILITY_NOTE.md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80360" y="45262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 + testing evidence (for the build plan)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 Hunt — Prototype V2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4114800" cy="411480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1371600"/>
            <a:ext cx="3657600" cy="3657600"/>
          </a:xfrm>
          <a:prstGeom prst="ellipse">
            <a:avLst/>
          </a:prstGeom>
          <a:solidFill>
            <a:srgbClr val="13315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0" y="5486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🎣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7E8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Questions, feedback, or want a demo?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0" y="3474720"/>
            <a:ext cx="4572000" cy="1097280"/>
          </a:xfrm>
          <a:prstGeom prst="rect">
            <a:avLst/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35661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 for V3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384048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 more scenarios from the V2 set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User testing with real 14–16 year olds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Share the GitHub Pages link in class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 Hunt — Prototype V2</dc:title>
  <dc:subject>PptxGenJS Presentation</dc:subject>
  <dc:creator>Group Project</dc:creator>
  <cp:lastModifiedBy>Group Project</cp:lastModifiedBy>
  <cp:revision>1</cp:revision>
  <dcterms:created xsi:type="dcterms:W3CDTF">2026-05-21T14:06:48Z</dcterms:created>
  <dcterms:modified xsi:type="dcterms:W3CDTF">2026-05-21T14:06:48Z</dcterms:modified>
</cp:coreProperties>
</file>